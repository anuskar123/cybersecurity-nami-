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06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6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9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1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7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36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1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1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1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86959-9B08-1D45-9E37-ABEC66CE4A4B}" type="datetimeFigureOut">
              <a:rPr lang="en-US" smtClean="0"/>
              <a:t>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20B58-4C3C-9A4D-BF21-02E906D95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Cryptographic</a:t>
            </a:r>
            <a:br>
              <a:rPr lang="en-US" dirty="0" smtClean="0"/>
            </a:br>
            <a:r>
              <a:rPr lang="en-US" dirty="0" smtClean="0"/>
              <a:t>Key Management</a:t>
            </a:r>
            <a:endParaRPr lang="en-US" dirty="0"/>
          </a:p>
        </p:txBody>
      </p:sp>
      <p:sp>
        <p:nvSpPr>
          <p:cNvPr id="5" name="Vertical Tex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X509		   						PGP Key </a:t>
            </a:r>
            <a:r>
              <a:rPr lang="en-US" dirty="0" err="1" smtClean="0"/>
              <a:t>Dist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Certificate							</a:t>
            </a:r>
            <a:r>
              <a:rPr lang="en-US" dirty="0" smtClean="0"/>
              <a:t>Key Manager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CA									key Server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Trust hierarchy					</a:t>
            </a:r>
            <a:r>
              <a:rPr lang="en-US" dirty="0" smtClean="0"/>
              <a:t>circle </a:t>
            </a:r>
            <a:r>
              <a:rPr lang="en-US" dirty="0" smtClean="0"/>
              <a:t>of trust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30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</TotalTime>
  <Words>3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Cryptographic Key Management</vt:lpstr>
    </vt:vector>
  </TitlesOfParts>
  <Company>Home Mac Air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Cryptographic Key Management</dc:title>
  <dc:creator>Amir Minai</dc:creator>
  <cp:lastModifiedBy>Amir</cp:lastModifiedBy>
  <cp:revision>7</cp:revision>
  <dcterms:created xsi:type="dcterms:W3CDTF">2016-02-12T11:04:33Z</dcterms:created>
  <dcterms:modified xsi:type="dcterms:W3CDTF">2017-02-21T11:05:30Z</dcterms:modified>
</cp:coreProperties>
</file>