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1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4275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956300" cy="32588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SQL</a:t>
            </a:r>
            <a:r>
              <a:rPr sz="1300" spc="-2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Injection: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technique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might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destroy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database.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techniques 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placement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malicious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statements,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injection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possible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execute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malicious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statements.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vulnerabilities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bypass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measures.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(SQLi)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modify,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delete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records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database.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exploits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cloud-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commands.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technique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might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destroy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database.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techniques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methods.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placement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malicious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SQL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statements,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vulnerability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interfere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queries.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mechanisms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hackers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malicious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manipulate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database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revealing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SQL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weakness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database.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858198"/>
            <a:ext cx="2240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Damn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Vulnerable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App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(DVWA)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5534" y="8858198"/>
            <a:ext cx="643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'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'1'='1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383" y="4198213"/>
            <a:ext cx="5132580" cy="1584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212" y="6131245"/>
            <a:ext cx="4758128" cy="2436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781675" cy="21888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Cross Site</a:t>
            </a:r>
            <a:r>
              <a:rPr sz="1300" spc="-1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Scripting: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XSS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term,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 stand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Cross-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Scripting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Errors,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error.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Where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malicious </a:t>
            </a:r>
            <a:r>
              <a:rPr sz="1200" dirty="0">
                <a:latin typeface="Calibri"/>
                <a:cs typeface="Calibri"/>
              </a:rPr>
              <a:t>party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trigger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execution</a:t>
            </a:r>
            <a:r>
              <a:rPr sz="1200" dirty="0">
                <a:latin typeface="Calibri"/>
                <a:cs typeface="Calibri"/>
              </a:rPr>
              <a:t> 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browser.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Cross-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scripting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vulnerability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found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XSS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inject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client-</a:t>
            </a:r>
            <a:r>
              <a:rPr sz="1200" dirty="0">
                <a:latin typeface="Calibri"/>
                <a:cs typeface="Calibri"/>
              </a:rPr>
              <a:t>side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scripts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users.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Common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purpose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collect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cookie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session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XSS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cookies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exploited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authenticated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cloud-based.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Three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major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categories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Reflected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XSS,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Stored(Persistent)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XSS,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DOM-Based</a:t>
            </a:r>
            <a:r>
              <a:rPr sz="1200" spc="-20" dirty="0">
                <a:latin typeface="Calibri"/>
                <a:cs typeface="Calibri"/>
              </a:rPr>
              <a:t> XSS.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XSS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capture</a:t>
            </a:r>
            <a:r>
              <a:rPr sz="1200" spc="-10" dirty="0">
                <a:latin typeface="Calibri"/>
                <a:cs typeface="Calibri"/>
              </a:rPr>
              <a:t> cookie/session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future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Man-</a:t>
            </a:r>
            <a:r>
              <a:rPr sz="1200" spc="-10" dirty="0">
                <a:latin typeface="Calibri"/>
                <a:cs typeface="Calibri"/>
              </a:rPr>
              <a:t>in-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10" dirty="0">
                <a:latin typeface="Calibri"/>
                <a:cs typeface="Calibri"/>
              </a:rPr>
              <a:t> attacks.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Every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cookie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could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10" dirty="0">
                <a:latin typeface="Calibri"/>
                <a:cs typeface="Calibri"/>
              </a:rPr>
              <a:t> location.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831204"/>
            <a:ext cx="2531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&lt;script&gt;alert(document.cookie)&lt;/script&gt;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874962"/>
            <a:ext cx="2240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Damn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Vulnerable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App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(DVWA)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072383"/>
            <a:ext cx="5328031" cy="25392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065520"/>
            <a:ext cx="5932551" cy="2801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956300" cy="24041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Phishing: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social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engineering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often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social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engineering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credentials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credit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card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numbers.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method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trying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gather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personal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deceptive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e-mails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websites.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cyber-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disguised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weapon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0" dirty="0">
                <a:latin typeface="Calibri"/>
                <a:cs typeface="Calibri"/>
              </a:rPr>
              <a:t> info.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cyber-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disguised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weapon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obtain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sensitive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attempt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sensitive,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confidential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usernames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involved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tricking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victim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benefits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conducted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text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message,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social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media,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phone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email.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attempt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obtain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confidential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Phishing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happens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trick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personal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online.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108573"/>
            <a:ext cx="5727700" cy="8820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Calibri"/>
                <a:cs typeface="Calibri"/>
              </a:rPr>
              <a:t>Known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Social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Engineering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Toolkit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creation.</a:t>
            </a:r>
            <a:endParaRPr sz="1200">
              <a:latin typeface="Calibri"/>
              <a:cs typeface="Calibri"/>
            </a:endParaRPr>
          </a:p>
          <a:p>
            <a:pPr marL="12700" marR="5080" algn="just">
              <a:lnSpc>
                <a:spcPct val="116700"/>
              </a:lnSpc>
              <a:spcBef>
                <a:spcPts val="10"/>
              </a:spcBef>
            </a:pPr>
            <a:r>
              <a:rPr sz="1200" spc="-10" dirty="0">
                <a:latin typeface="Calibri"/>
                <a:cs typeface="Calibri"/>
              </a:rPr>
              <a:t>Social-</a:t>
            </a:r>
            <a:r>
              <a:rPr sz="1200" dirty="0">
                <a:latin typeface="Calibri"/>
                <a:cs typeface="Calibri"/>
              </a:rPr>
              <a:t>Engineer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Toolkit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open-source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penetration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testing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framework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social </a:t>
            </a:r>
            <a:r>
              <a:rPr sz="1200" dirty="0">
                <a:latin typeface="Calibri"/>
                <a:cs typeface="Calibri"/>
              </a:rPr>
              <a:t>engineering.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vectors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believable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 quickly.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285744"/>
            <a:ext cx="5943600" cy="26351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016495"/>
            <a:ext cx="5112385" cy="2103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488940" cy="24041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Man-In-The-Middle: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(Man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Middle)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means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conversation.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Man-in-The-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</a:t>
            </a:r>
            <a:r>
              <a:rPr sz="1200" spc="-10" dirty="0">
                <a:latin typeface="Calibri"/>
                <a:cs typeface="Calibri"/>
              </a:rPr>
              <a:t> themselves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intercept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modify </a:t>
            </a:r>
            <a:r>
              <a:rPr sz="1200" spc="-10" dirty="0">
                <a:latin typeface="Calibri"/>
                <a:cs typeface="Calibri"/>
              </a:rPr>
              <a:t>communications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cyberattacks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secretly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intercept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happens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inserts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themselves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reasons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methods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something,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credit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card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credentials.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involve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interception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digital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MITM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intercepts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parties.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man-in-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intercepts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10" dirty="0">
                <a:latin typeface="Calibri"/>
                <a:cs typeface="Calibri"/>
              </a:rPr>
              <a:t> systems.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989701"/>
            <a:ext cx="5565775" cy="28060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Ettercap: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</a:pPr>
            <a:r>
              <a:rPr sz="1200" dirty="0">
                <a:latin typeface="Calibri"/>
                <a:cs typeface="Calibri"/>
              </a:rPr>
              <a:t>Ettercap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comprehensive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suite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sniffing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live </a:t>
            </a:r>
            <a:r>
              <a:rPr sz="1200" dirty="0">
                <a:latin typeface="Calibri"/>
                <a:cs typeface="Calibri"/>
              </a:rPr>
              <a:t>connections,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filtering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interesting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tricks.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latin typeface="Calibri"/>
                <a:cs typeface="Calibri"/>
              </a:rPr>
              <a:t>Select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sniff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Menu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Sniff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Unified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Sniffing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Select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Eth0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OK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latin typeface="Calibri"/>
                <a:cs typeface="Calibri"/>
              </a:rPr>
              <a:t>Scan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inside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subnet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Hosts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Scan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Hosts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200" dirty="0">
                <a:latin typeface="Calibri"/>
                <a:cs typeface="Calibri"/>
              </a:rPr>
              <a:t>See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MAC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&amp;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IP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addresses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inside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subnet.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Hosts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Hosts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list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Select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machines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poison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Host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List</a:t>
            </a:r>
            <a:endParaRPr sz="1200">
              <a:latin typeface="Calibri"/>
              <a:cs typeface="Calibri"/>
            </a:endParaRPr>
          </a:p>
          <a:p>
            <a:pPr marL="12700" marR="913130">
              <a:lnSpc>
                <a:spcPct val="116700"/>
              </a:lnSpc>
              <a:spcBef>
                <a:spcPts val="10"/>
              </a:spcBef>
            </a:pPr>
            <a:r>
              <a:rPr sz="1200" dirty="0">
                <a:latin typeface="Calibri"/>
                <a:cs typeface="Calibri"/>
              </a:rPr>
              <a:t>ARP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poison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Highlight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containing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200" dirty="0">
                <a:latin typeface="Calibri"/>
                <a:cs typeface="Calibri"/>
              </a:rPr>
              <a:t>"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button. </a:t>
            </a:r>
            <a:r>
              <a:rPr sz="1200" dirty="0">
                <a:latin typeface="Calibri"/>
                <a:cs typeface="Calibri"/>
              </a:rPr>
              <a:t>Highlight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containing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200" dirty="0">
                <a:latin typeface="Calibri"/>
                <a:cs typeface="Calibri"/>
              </a:rPr>
              <a:t>"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button.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Check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targets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Targets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Current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targets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sniffer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Menu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sniffing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poisoning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Mitm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ARP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poisoning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804" y="3315475"/>
            <a:ext cx="5481799" cy="2668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936615" cy="19754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DoS</a:t>
            </a:r>
            <a:r>
              <a:rPr sz="1300" spc="-2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(Denial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of</a:t>
            </a:r>
            <a:r>
              <a:rPr sz="1300" spc="-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Service)</a:t>
            </a:r>
            <a:r>
              <a:rPr sz="1300" spc="-1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Attack: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DoS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large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requests.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cause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crash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legitimate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denied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service.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DDoS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(Distributed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Denial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Service)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SzPct val="91666"/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DDoS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originating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computers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geographical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SzPct val="91666"/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Zombies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Botnets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DDoS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(Distributed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Denial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Service)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Both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DDoS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cause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become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unavailable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users.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Such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Death,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Smurf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TCP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CDP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Overflow,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ICMP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Flood.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Cloud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because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organizations.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416545"/>
            <a:ext cx="5648960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4575">
              <a:lnSpc>
                <a:spcPct val="1175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Nemesy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Attack. </a:t>
            </a:r>
            <a:r>
              <a:rPr sz="1200" dirty="0">
                <a:latin typeface="Calibri"/>
                <a:cs typeface="Calibri"/>
              </a:rPr>
              <a:t>CDP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Yersinia.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1689"/>
              </a:lnSpc>
              <a:spcBef>
                <a:spcPts val="85"/>
              </a:spcBef>
            </a:pPr>
            <a:r>
              <a:rPr sz="1200" dirty="0">
                <a:latin typeface="Calibri"/>
                <a:cs typeface="Calibri"/>
              </a:rPr>
              <a:t>TCP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Linux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HPING3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hping3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192.168.169.140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80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10" dirty="0">
                <a:latin typeface="Calibri"/>
                <a:cs typeface="Calibri"/>
              </a:rPr>
              <a:t>-flood </a:t>
            </a:r>
            <a:r>
              <a:rPr sz="1200" dirty="0">
                <a:latin typeface="Calibri"/>
                <a:cs typeface="Calibri"/>
              </a:rPr>
              <a:t>hping3 -c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15000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120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-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-w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64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-</a:t>
            </a:r>
            <a:r>
              <a:rPr sz="1200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80 </a:t>
            </a:r>
            <a:r>
              <a:rPr sz="1200" spc="-10" dirty="0">
                <a:latin typeface="Calibri"/>
                <a:cs typeface="Calibri"/>
              </a:rPr>
              <a:t>-</a:t>
            </a:r>
            <a:r>
              <a:rPr sz="1200" dirty="0">
                <a:latin typeface="Calibri"/>
                <a:cs typeface="Calibri"/>
              </a:rPr>
              <a:t>-flood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10" dirty="0">
                <a:latin typeface="Calibri"/>
                <a:cs typeface="Calibri"/>
              </a:rPr>
              <a:t>-rand-</a:t>
            </a:r>
            <a:r>
              <a:rPr sz="1200" dirty="0">
                <a:latin typeface="Calibri"/>
                <a:cs typeface="Calibri"/>
              </a:rPr>
              <a:t>source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1.1.1.1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010" y="3072383"/>
            <a:ext cx="5816179" cy="4154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706110" cy="12801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Path</a:t>
            </a:r>
            <a:r>
              <a:rPr sz="1300" spc="-2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Traversal: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Traversal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technique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forces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directories,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commands.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potentially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reside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outside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document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directory,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called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Directory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traversal.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vulnerability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directories.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simply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directory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request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character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sequence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“../”.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Hence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alternative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“dot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slash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attack”,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points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directory.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63977"/>
            <a:ext cx="5932805" cy="322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831585"/>
            <a:ext cx="5098415" cy="2202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951855" cy="20834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4471C4"/>
                </a:solidFill>
                <a:latin typeface="Calibri Light"/>
                <a:cs typeface="Calibri Light"/>
              </a:rPr>
              <a:t>Buffer</a:t>
            </a:r>
            <a:r>
              <a:rPr sz="1300" spc="-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4471C4"/>
                </a:solidFill>
                <a:latin typeface="Calibri Light"/>
                <a:cs typeface="Calibri Light"/>
              </a:rPr>
              <a:t>Overflow: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nothing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temporary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temporary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memory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storage.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Buffers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temporarily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hold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transferred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another.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overflow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occurs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volume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exceeds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storage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capacity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memory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buffer.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result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program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attempting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overwrites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adjacent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memory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exploit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overflow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issues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overwriting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memory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overflows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occur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program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buffer.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buffer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overflow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memory.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program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execution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introduce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risks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confidentiality,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integrity 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availability.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Forms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vulnerabilities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frequently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potential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full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PC.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842" y="3039073"/>
            <a:ext cx="4929817" cy="110279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14400" y="4459859"/>
            <a:ext cx="5939790" cy="4552950"/>
            <a:chOff x="914400" y="4459859"/>
            <a:chExt cx="5939790" cy="45529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4459859"/>
              <a:ext cx="5939790" cy="30213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" y="7516660"/>
              <a:ext cx="4983447" cy="1496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1267</Words>
  <Application>Microsoft Office PowerPoint</Application>
  <PresentationFormat>Custom</PresentationFormat>
  <Paragraphs>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Ali</dc:creator>
  <cp:lastModifiedBy>universe</cp:lastModifiedBy>
  <cp:revision>2</cp:revision>
  <dcterms:created xsi:type="dcterms:W3CDTF">2026-05-03T00:54:30Z</dcterms:created>
  <dcterms:modified xsi:type="dcterms:W3CDTF">2026-05-03T01:03:00Z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2020-08-18T00:00:00Z</vt:filetime>
  </property>
  <property fmtid="{D5CDD505-2E9C-101B-9397-08002B2CF9AE}" pid="3" name="Creator">
    <vt:lpwstr>Microsoft® Word for Office 365</vt:lpwstr>
  </property>
  <property fmtid="{D5CDD505-2E9C-101B-9397-08002B2CF9AE}" pid="4" name="LastSaved">
    <vt:filetime>2026-05-03T00:00:00Z</vt:filetime>
  </property>
  <property fmtid="{D5CDD505-2E9C-101B-9397-08002B2CF9AE}" pid="5" name="Producer">
    <vt:lpwstr>Microsoft® Word for Office 365</vt:lpwstr>
  </property>
</Properties>
</file>