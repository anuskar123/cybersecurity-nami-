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21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810"/>
            <a:ext cx="268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ARP</a:t>
            </a:r>
            <a:r>
              <a:rPr sz="16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Poisning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or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Spoofing</a:t>
            </a:r>
            <a:r>
              <a:rPr sz="160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Attack: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311522"/>
            <a:ext cx="4624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Lets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Ettercap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graphically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below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Kali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Linux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Terminal.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642228"/>
            <a:ext cx="3774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Now,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Unified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Sniffing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Kali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Linux.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82624"/>
            <a:ext cx="5883275" cy="29236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532376"/>
            <a:ext cx="5943600" cy="9140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5862828"/>
            <a:ext cx="5942711" cy="2583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333"/>
            <a:ext cx="4563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shortcut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menu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well.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538598"/>
            <a:ext cx="4743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shortcut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button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menu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well.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15567"/>
            <a:ext cx="5943600" cy="32738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759705"/>
            <a:ext cx="5943600" cy="34055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333"/>
            <a:ext cx="4848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Target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Target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ready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MITM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835778"/>
            <a:ext cx="3867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Click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Poisoning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Target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15567"/>
            <a:ext cx="5943600" cy="3411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055615"/>
            <a:ext cx="5943600" cy="33704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333"/>
            <a:ext cx="4752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Select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Sniff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Connections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press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Poisoning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Attack.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761103"/>
            <a:ext cx="4502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system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front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DHCP-</a:t>
            </a:r>
            <a:r>
              <a:rPr sz="1200" dirty="0">
                <a:latin typeface="Calibri"/>
                <a:cs typeface="Calibri"/>
              </a:rPr>
              <a:t>SRV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Kali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Linux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Address.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513957"/>
            <a:ext cx="5266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DHCP-</a:t>
            </a:r>
            <a:r>
              <a:rPr sz="1200" dirty="0">
                <a:latin typeface="Calibri"/>
                <a:cs typeface="Calibri"/>
              </a:rPr>
              <a:t>SRV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system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System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Kali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Linux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Address.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604" y="8282178"/>
            <a:ext cx="5389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200" baseline="27777" dirty="0">
                <a:solidFill>
                  <a:srgbClr val="FF0000"/>
                </a:solidFill>
                <a:latin typeface="Calibri"/>
                <a:cs typeface="Calibri"/>
              </a:rPr>
              <a:t>nd</a:t>
            </a:r>
            <a:r>
              <a:rPr sz="1200" spc="89" baseline="2777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Method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ARP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Spoofing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Attack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command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Kali</a:t>
            </a:r>
            <a:r>
              <a:rPr sz="1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Linux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start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work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router.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700" y="8506714"/>
            <a:ext cx="5949315" cy="428625"/>
          </a:xfrm>
          <a:prstGeom prst="rect">
            <a:avLst/>
          </a:prstGeom>
          <a:solidFill>
            <a:srgbClr val="C5DFB3"/>
          </a:solidFill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330">
              <a:lnSpc>
                <a:spcPts val="1405"/>
              </a:lnSpc>
            </a:pP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root@kali:~#</a:t>
            </a:r>
            <a:r>
              <a:rPr sz="1200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echo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1200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&gt;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 /proc/sys/net//ipv4/ip_forward</a:t>
            </a:r>
            <a:endParaRPr sz="1200">
              <a:latin typeface="Calibri"/>
              <a:cs typeface="Calibri"/>
            </a:endParaRPr>
          </a:p>
          <a:p>
            <a:pPr marL="100330">
              <a:lnSpc>
                <a:spcPct val="100000"/>
              </a:lnSpc>
              <a:spcBef>
                <a:spcPts val="140"/>
              </a:spcBef>
            </a:pP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root@kali:~#</a:t>
            </a:r>
            <a:r>
              <a:rPr sz="1200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arpspoof</a:t>
            </a:r>
            <a:r>
              <a:rPr sz="1200" spc="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-i</a:t>
            </a:r>
            <a:r>
              <a:rPr sz="12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eth0</a:t>
            </a:r>
            <a:r>
              <a:rPr sz="1200" spc="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12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192.168.1.105</a:t>
            </a:r>
            <a:r>
              <a:rPr sz="12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-r</a:t>
            </a:r>
            <a:r>
              <a:rPr sz="1200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192.168.1.1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15567"/>
            <a:ext cx="5943092" cy="34502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981955"/>
            <a:ext cx="5941695" cy="13354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6733667"/>
            <a:ext cx="5943092" cy="1343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2278"/>
            <a:ext cx="5371465" cy="285813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Dynamic</a:t>
            </a:r>
            <a:r>
              <a:rPr sz="13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ARP</a:t>
            </a:r>
            <a:r>
              <a:rPr sz="13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Inspection: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16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DAI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stands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Resolution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Protocol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Inspection.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DAI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rejects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invalid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malicious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packets.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DAI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prevent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man-in-the-</a:t>
            </a:r>
            <a:r>
              <a:rPr sz="1200" dirty="0">
                <a:latin typeface="Calibri"/>
                <a:cs typeface="Calibri"/>
              </a:rPr>
              <a:t>middle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poisoning.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DIA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feature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prevent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man-</a:t>
            </a:r>
            <a:r>
              <a:rPr sz="1200" spc="-10" dirty="0">
                <a:latin typeface="Calibri"/>
                <a:cs typeface="Calibri"/>
              </a:rPr>
              <a:t>in-the-</a:t>
            </a:r>
            <a:r>
              <a:rPr sz="1200" dirty="0">
                <a:latin typeface="Calibri"/>
                <a:cs typeface="Calibri"/>
              </a:rPr>
              <a:t>middle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attack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Spoofing.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DAI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Control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Protocol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(DHCP)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snooping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feature.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DHCP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snooping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builds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binding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database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valid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VLAN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interface.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DAI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DHCP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snooping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binding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database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validate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bindings.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Inspection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(DAI)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verifies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IPv4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bindings.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mismatch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happened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untrusted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port,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discard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spoofed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packets.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Inspection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(DAI)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inspects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packets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untrusted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ports.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Inspection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(DAI)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enabled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globally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</a:t>
            </a:r>
            <a:r>
              <a:rPr sz="1200" spc="-10" dirty="0">
                <a:latin typeface="Calibri"/>
                <a:cs typeface="Calibri"/>
              </a:rPr>
              <a:t> VLAN.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Before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Dynamic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Inspection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(DAI)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require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below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Configuration.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3742055"/>
          <a:ext cx="5938520" cy="169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r>
                        <a:rPr sz="1200" b="1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205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DHCP-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SRV(config)#interface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ethernet0/0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2230755">
                        <a:lnSpc>
                          <a:spcPct val="101699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DHCP-SRV(config-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if)#ip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192.168.1.1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255.255.255.0 DHCP-SRV(config-if)#mac-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aaaa.aaaa.1111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DHCP-SRV(config-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if)#no</a:t>
                      </a:r>
                      <a:r>
                        <a:rPr sz="12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shutdown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DHCP-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SRV (config)#ip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excluded-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192.168.1.1 192.168.1.100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DHCP-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SRV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(config)#ip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pool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TEST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DHCP-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SRV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(dhcp-config)#network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192.168.1.0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/24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DHCP-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SRV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binding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5648832"/>
          <a:ext cx="5938520" cy="1513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sz="1200" b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Router(config)#hostname</a:t>
                      </a:r>
                      <a:r>
                        <a:rPr sz="12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client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3054350">
                        <a:lnSpc>
                          <a:spcPct val="101699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client(config)#interface</a:t>
                      </a:r>
                      <a:r>
                        <a:rPr sz="12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ethernet0/0 client(config-if)#mac-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aaaa.aaaa.3333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client(config)#interface</a:t>
                      </a:r>
                      <a:r>
                        <a:rPr sz="12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ethernet0/0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 marR="3859529">
                        <a:lnSpc>
                          <a:spcPct val="101699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Client(config-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if)#no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address Client(config-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if)#ip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dhcp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Client#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br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7371029"/>
          <a:ext cx="593852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Kali</a:t>
                      </a:r>
                      <a:r>
                        <a:rPr sz="12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Linux</a:t>
                      </a:r>
                      <a:r>
                        <a:rPr sz="12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root@kali:~#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ifconfig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eth0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192.168.1.2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netmask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255.255.255.0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root@kali:~#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macchanger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-m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aa:aa:aa:aa:22:22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914400"/>
          <a:ext cx="5938520" cy="2480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Snooping</a:t>
                      </a:r>
                      <a:r>
                        <a:rPr sz="12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r>
                        <a:rPr sz="12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SW(config)#ip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snooping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SW(config)#ip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snooping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vlan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SW(config)#interface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0/1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if)#ip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snooping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trust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snooping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SW(config)#interface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0/1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snooping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limit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SW(config)#interface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range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0/0,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0/2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SW(config-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snooping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limit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2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(20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packets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second)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snooping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binding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snooping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dhcp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snooping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statistics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3603370"/>
          <a:ext cx="5938520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Dynamic</a:t>
                      </a:r>
                      <a:r>
                        <a:rPr sz="1200" b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ARP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Inspection</a:t>
                      </a:r>
                      <a:r>
                        <a:rPr sz="12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r>
                        <a:rPr sz="12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SW1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SW(config)#ip</a:t>
                      </a:r>
                      <a:r>
                        <a:rPr sz="1200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arp</a:t>
                      </a:r>
                      <a:r>
                        <a:rPr sz="1200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inspection</a:t>
                      </a:r>
                      <a:r>
                        <a:rPr sz="1200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vlan</a:t>
                      </a:r>
                      <a:r>
                        <a:rPr sz="1200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SW(config)#</a:t>
                      </a:r>
                      <a:r>
                        <a:rPr sz="1200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Ethernet</a:t>
                      </a:r>
                      <a:r>
                        <a:rPr sz="1200" spc="-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0/1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SW(config-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if)#</a:t>
                      </a:r>
                      <a:r>
                        <a:rPr sz="12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arp</a:t>
                      </a:r>
                      <a:r>
                        <a:rPr sz="12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inspection</a:t>
                      </a:r>
                      <a:r>
                        <a:rPr sz="12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trust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SW#</a:t>
                      </a:r>
                      <a:r>
                        <a:rPr sz="12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show</a:t>
                      </a:r>
                      <a:r>
                        <a:rPr sz="12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arp</a:t>
                      </a:r>
                      <a:r>
                        <a:rPr sz="12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inspection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4766182"/>
          <a:ext cx="5938520" cy="1141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r>
                        <a:rPr sz="12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sz="12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IP</a:t>
                      </a:r>
                      <a:r>
                        <a:rPr sz="12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Client(config)#interface</a:t>
                      </a:r>
                      <a:r>
                        <a:rPr sz="12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e0/0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Client(config-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if)#ip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192.168.1.103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255.255.255.0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Client#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ping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192.168.1.2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Client(config)#interface</a:t>
                      </a:r>
                      <a:r>
                        <a:rPr sz="12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e0/0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Client(config-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if)#ip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dhcp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6216484"/>
            <a:ext cx="5933694" cy="2838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579</Words>
  <Application>Microsoft Office PowerPoint</Application>
  <PresentationFormat>Custom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Ali</dc:creator>
  <cp:lastModifiedBy>universe</cp:lastModifiedBy>
  <cp:revision>1</cp:revision>
  <dcterms:created xsi:type="dcterms:W3CDTF">2026-04-19T02:27:30Z</dcterms:created>
  <dcterms:modified xsi:type="dcterms:W3CDTF">2026-04-19T02:28:21Z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2020-08-24T00:00:00Z</vt:filetime>
  </property>
  <property fmtid="{D5CDD505-2E9C-101B-9397-08002B2CF9AE}" pid="3" name="Creator">
    <vt:lpwstr>Microsoft® Word for Office 365</vt:lpwstr>
  </property>
  <property fmtid="{D5CDD505-2E9C-101B-9397-08002B2CF9AE}" pid="4" name="LastSaved">
    <vt:filetime>2026-04-19T00:00:00Z</vt:filetime>
  </property>
  <property fmtid="{D5CDD505-2E9C-101B-9397-08002B2CF9AE}" pid="5" name="Producer">
    <vt:lpwstr>Microsoft® Word for Office 365</vt:lpwstr>
  </property>
</Properties>
</file>