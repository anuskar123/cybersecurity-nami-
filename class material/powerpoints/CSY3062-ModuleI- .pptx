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325" r:id="rId4"/>
    <p:sldId id="302" r:id="rId5"/>
    <p:sldId id="326" r:id="rId6"/>
    <p:sldId id="314" r:id="rId7"/>
    <p:sldId id="327" r:id="rId8"/>
    <p:sldId id="328" r:id="rId9"/>
    <p:sldId id="329" r:id="rId10"/>
    <p:sldId id="315" r:id="rId11"/>
    <p:sldId id="33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3" r:id="rId34"/>
    <p:sldId id="372" r:id="rId35"/>
    <p:sldId id="374" r:id="rId36"/>
    <p:sldId id="375" r:id="rId37"/>
    <p:sldId id="376" r:id="rId38"/>
    <p:sldId id="377" r:id="rId39"/>
    <p:sldId id="331" r:id="rId40"/>
    <p:sldId id="332" r:id="rId41"/>
    <p:sldId id="333" r:id="rId42"/>
    <p:sldId id="334" r:id="rId43"/>
    <p:sldId id="316" r:id="rId44"/>
    <p:sldId id="335" r:id="rId45"/>
    <p:sldId id="336" r:id="rId46"/>
    <p:sldId id="337" r:id="rId47"/>
    <p:sldId id="338" r:id="rId48"/>
    <p:sldId id="339" r:id="rId49"/>
    <p:sldId id="340" r:id="rId50"/>
    <p:sldId id="341" r:id="rId51"/>
    <p:sldId id="342" r:id="rId52"/>
    <p:sldId id="343" r:id="rId53"/>
    <p:sldId id="344" r:id="rId54"/>
    <p:sldId id="345" r:id="rId55"/>
    <p:sldId id="346" r:id="rId56"/>
    <p:sldId id="347" r:id="rId57"/>
    <p:sldId id="317" r:id="rId58"/>
    <p:sldId id="348" r:id="rId59"/>
    <p:sldId id="349" r:id="rId60"/>
    <p:sldId id="350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0"/>
            <a:ext cx="9808237" cy="1618309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 &amp; APPLIED CRYPTOGRAPHY 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200" dirty="0" smtClean="0"/>
              <a:t>Module  </a:t>
            </a:r>
            <a:r>
              <a:rPr lang="en-US" sz="3200" dirty="0"/>
              <a:t>introduction and </a:t>
            </a:r>
            <a:r>
              <a:rPr lang="en-US" sz="3200" dirty="0" smtClean="0"/>
              <a:t>overview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2/20/2026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4596" y="1474822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Outline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629229"/>
            <a:ext cx="8123583" cy="266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5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03" y="1166191"/>
            <a:ext cx="8214687" cy="51901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Definition of Computer Security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b="1" dirty="0" smtClean="0">
                <a:solidFill>
                  <a:srgbClr val="460078"/>
                </a:solidFill>
              </a:rPr>
              <a:t>Computer Security (cont.)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84" y="1175440"/>
            <a:ext cx="8797113" cy="5559287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9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22" y="1139687"/>
            <a:ext cx="8828598" cy="53671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b="1" dirty="0" smtClean="0">
                <a:solidFill>
                  <a:srgbClr val="460078"/>
                </a:solidFill>
              </a:rPr>
              <a:t>Computer Security (cont.)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8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Challenges of Computer Security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1" y="1489011"/>
            <a:ext cx="8578739" cy="3828714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84" y="1295505"/>
            <a:ext cx="8690701" cy="54259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Terminology of Computer Security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1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085"/>
            <a:ext cx="9144000" cy="57249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Terminology of Computer Security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75" y="1280918"/>
            <a:ext cx="7226423" cy="50754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615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b="1" dirty="0" smtClean="0">
                <a:solidFill>
                  <a:srgbClr val="460078"/>
                </a:solidFill>
              </a:rPr>
              <a:t>Security Concepts &amp; Relationship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53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Model for Computer Security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236" y="1298714"/>
            <a:ext cx="7789710" cy="379707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08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06746"/>
            <a:ext cx="8503920" cy="3518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Model for Computer Security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35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Types of Security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4998" y="1220996"/>
            <a:ext cx="6381972" cy="542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04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67" y="1039095"/>
            <a:ext cx="7394713" cy="5499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Types of Security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0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Types of Security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" y="1296737"/>
            <a:ext cx="7129669" cy="526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8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Types of Security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61" y="1318262"/>
            <a:ext cx="6427303" cy="517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54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Types of Security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1" y="1232457"/>
            <a:ext cx="6798365" cy="539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03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506" y="1395700"/>
            <a:ext cx="6353319" cy="53257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Types of Security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86706"/>
            <a:ext cx="6629751" cy="5671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Types of Security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06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Services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925" y="1243208"/>
            <a:ext cx="5134692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7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486" y="1174061"/>
            <a:ext cx="6704714" cy="55149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Services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17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Services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049" y="1269289"/>
            <a:ext cx="6001734" cy="526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29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Services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87" y="1349326"/>
            <a:ext cx="6061405" cy="50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45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Services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794" y="1506746"/>
            <a:ext cx="5058481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1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Services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503" y="1384505"/>
            <a:ext cx="5077534" cy="46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27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38" y="1334815"/>
            <a:ext cx="6056642" cy="53866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Mechanism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4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Mechanism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4" y="1228887"/>
            <a:ext cx="6895106" cy="53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20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26" y="1261060"/>
            <a:ext cx="6708913" cy="53409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Security Mechanism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46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Basic Terminology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39" y="1393132"/>
            <a:ext cx="6802341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5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20" y="1326447"/>
            <a:ext cx="6786090" cy="53950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Basic Terminology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11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05" y="1187965"/>
            <a:ext cx="7306695" cy="54871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33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13113" y="1183581"/>
            <a:ext cx="55327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a message is safely sent from a sender to a recipient while protecting it from attackers.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729" y="1829912"/>
            <a:ext cx="6392167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07" y="1131376"/>
            <a:ext cx="5403968" cy="559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330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75" y="1506746"/>
            <a:ext cx="6077798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913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61" y="1241701"/>
            <a:ext cx="6815593" cy="49603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79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639" y="1506746"/>
            <a:ext cx="6382641" cy="452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19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923" y="1438139"/>
            <a:ext cx="6745357" cy="49868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25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87" y="1365815"/>
            <a:ext cx="5645426" cy="499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11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Network Security Model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913" y="1239537"/>
            <a:ext cx="5806825" cy="511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136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80" y="1226788"/>
            <a:ext cx="7328000" cy="41175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Threats &amp;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0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64" y="1025191"/>
            <a:ext cx="7585081" cy="41072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58416" y="32442"/>
            <a:ext cx="9866242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Threats &amp;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03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44" y="1014619"/>
            <a:ext cx="7585080" cy="38680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58416" y="32442"/>
            <a:ext cx="9866242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Threats &amp; Attacks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8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50" y="32442"/>
            <a:ext cx="8806649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500" dirty="0" smtClean="0"/>
              <a:t>Computer &amp; Network </a:t>
            </a:r>
            <a:r>
              <a:rPr lang="en-US" sz="3500" dirty="0" err="1" smtClean="0"/>
              <a:t>Assets,with</a:t>
            </a:r>
            <a:r>
              <a:rPr lang="en-US" sz="3500" dirty="0" smtClean="0"/>
              <a:t> Examples</a:t>
            </a:r>
            <a:endParaRPr lang="en-US" sz="35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5" y="1005664"/>
            <a:ext cx="7492753" cy="430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8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Security Functional Requirements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623" y="1273114"/>
            <a:ext cx="7315200" cy="4026855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66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57" y="1370013"/>
            <a:ext cx="8615779" cy="3867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/>
              <a:t>Security Functional </a:t>
            </a:r>
            <a:r>
              <a:rPr lang="en-US" sz="3800" dirty="0" smtClean="0"/>
              <a:t>Requirements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293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4" y="1320008"/>
            <a:ext cx="8478175" cy="35183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/>
              <a:t>Security Functional </a:t>
            </a:r>
            <a:r>
              <a:rPr lang="en-US" sz="3800" dirty="0" smtClean="0"/>
              <a:t>Requirements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804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43" y="1662954"/>
            <a:ext cx="8391277" cy="33973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/>
              <a:t>Security Functional </a:t>
            </a:r>
            <a:r>
              <a:rPr lang="en-US" sz="3800" dirty="0" smtClean="0"/>
              <a:t>Requirements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97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52" y="1725099"/>
            <a:ext cx="8501268" cy="34772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/>
              <a:t>Security Functional </a:t>
            </a:r>
            <a:r>
              <a:rPr lang="en-US" sz="3800" dirty="0" smtClean="0"/>
              <a:t>Requirements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876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20" y="1506747"/>
            <a:ext cx="8682361" cy="31984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Fundamental Security Design Principle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542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4412"/>
            <a:ext cx="8237450" cy="28674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Fundamental Security Design Principle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428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Fundamental Security Design Principle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84" y="1393794"/>
            <a:ext cx="8689936" cy="295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14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Attack Surfaces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54" y="1722268"/>
            <a:ext cx="6943226" cy="253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53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Attack Surfaces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7" y="1766657"/>
            <a:ext cx="8872343" cy="237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988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Attack Trees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98" y="1590418"/>
            <a:ext cx="7403977" cy="418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887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Attack Trees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41" y="1568890"/>
            <a:ext cx="7914443" cy="280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32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Attack Trees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568" y="1302907"/>
            <a:ext cx="6167712" cy="525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520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800" dirty="0" smtClean="0"/>
              <a:t>Security Policy</a:t>
            </a:r>
            <a:endParaRPr lang="en-US" sz="3800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4" y="1585800"/>
            <a:ext cx="7715807" cy="33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973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b="1" dirty="0" smtClean="0">
                <a:solidFill>
                  <a:srgbClr val="460078"/>
                </a:solidFill>
              </a:rPr>
              <a:t>Security Implementation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32987"/>
            <a:ext cx="9144000" cy="292963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905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b="1" dirty="0" smtClean="0">
                <a:solidFill>
                  <a:srgbClr val="460078"/>
                </a:solidFill>
              </a:rPr>
              <a:t>Security Assurance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84" y="1871057"/>
            <a:ext cx="8609936" cy="220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316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b="1" dirty="0" smtClean="0">
                <a:solidFill>
                  <a:srgbClr val="460078"/>
                </a:solidFill>
              </a:rPr>
              <a:t>Standards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752" y="1454318"/>
            <a:ext cx="6528898" cy="421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408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b="1" dirty="0" smtClean="0">
                <a:solidFill>
                  <a:srgbClr val="460078"/>
                </a:solidFill>
              </a:rPr>
              <a:t>References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2/20/2026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601" y="1980998"/>
            <a:ext cx="5172797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2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267</Words>
  <Application>Microsoft Office PowerPoint</Application>
  <PresentationFormat>On-screen Show (4:3)</PresentationFormat>
  <Paragraphs>123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CYBER SECURITY &amp; APPLIED CRYPTOGRAPHY </vt:lpstr>
      <vt:lpstr>Outline</vt:lpstr>
      <vt:lpstr>Definition of Computer Security</vt:lpstr>
      <vt:lpstr>Computer Security (cont.)</vt:lpstr>
      <vt:lpstr>Computer Security (cont.)</vt:lpstr>
      <vt:lpstr>Challenges of Computer Security</vt:lpstr>
      <vt:lpstr>Terminology of Computer Security</vt:lpstr>
      <vt:lpstr>Terminology of Computer Security</vt:lpstr>
      <vt:lpstr>Security Concepts &amp; Relationship</vt:lpstr>
      <vt:lpstr>Model for Computer Security</vt:lpstr>
      <vt:lpstr>Model for Computer Security</vt:lpstr>
      <vt:lpstr>Types of Security Attacks</vt:lpstr>
      <vt:lpstr>Types of Security Attacks</vt:lpstr>
      <vt:lpstr>Types of Security Attacks</vt:lpstr>
      <vt:lpstr>Types of Security Attacks</vt:lpstr>
      <vt:lpstr>Types of Security Attacks</vt:lpstr>
      <vt:lpstr>Types of Security Attacks</vt:lpstr>
      <vt:lpstr>Types of Security Attacks</vt:lpstr>
      <vt:lpstr>Security Services</vt:lpstr>
      <vt:lpstr>Security Services</vt:lpstr>
      <vt:lpstr>Security Services</vt:lpstr>
      <vt:lpstr>Security Services</vt:lpstr>
      <vt:lpstr>Security Services</vt:lpstr>
      <vt:lpstr>Security Services</vt:lpstr>
      <vt:lpstr>Security Mechanism</vt:lpstr>
      <vt:lpstr>Security Mechanism</vt:lpstr>
      <vt:lpstr>Security Mechanism</vt:lpstr>
      <vt:lpstr>Basic Terminology</vt:lpstr>
      <vt:lpstr>Basic Terminology</vt:lpstr>
      <vt:lpstr>Network Security Model</vt:lpstr>
      <vt:lpstr>Network Security Model</vt:lpstr>
      <vt:lpstr>Network Security Model</vt:lpstr>
      <vt:lpstr>Network Security Model</vt:lpstr>
      <vt:lpstr>Network Security Model</vt:lpstr>
      <vt:lpstr>Network Security Model</vt:lpstr>
      <vt:lpstr>Network Security Model</vt:lpstr>
      <vt:lpstr>Network Security Model</vt:lpstr>
      <vt:lpstr>Network Security Model</vt:lpstr>
      <vt:lpstr>Threats &amp; Attacks</vt:lpstr>
      <vt:lpstr>Threats &amp; Attacks</vt:lpstr>
      <vt:lpstr>Threats &amp; Attacks</vt:lpstr>
      <vt:lpstr>Computer &amp; Network Assets,with Examples</vt:lpstr>
      <vt:lpstr>Security Functional Requirements</vt:lpstr>
      <vt:lpstr>Security Functional Requirements</vt:lpstr>
      <vt:lpstr>Security Functional Requirements</vt:lpstr>
      <vt:lpstr>Security Functional Requirements</vt:lpstr>
      <vt:lpstr>Security Functional Requirements</vt:lpstr>
      <vt:lpstr>Fundamental Security Design Principle</vt:lpstr>
      <vt:lpstr>Fundamental Security Design Principle</vt:lpstr>
      <vt:lpstr>Fundamental Security Design Principle</vt:lpstr>
      <vt:lpstr>Attack Surfaces</vt:lpstr>
      <vt:lpstr>Attack Surfaces</vt:lpstr>
      <vt:lpstr>Attack Trees</vt:lpstr>
      <vt:lpstr>Attack Trees</vt:lpstr>
      <vt:lpstr>Attack Trees</vt:lpstr>
      <vt:lpstr>Security Policy</vt:lpstr>
      <vt:lpstr>Security Implementation</vt:lpstr>
      <vt:lpstr>Security Assurance</vt:lpstr>
      <vt:lpstr>Standards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universe</cp:lastModifiedBy>
  <cp:revision>72</cp:revision>
  <dcterms:created xsi:type="dcterms:W3CDTF">2013-01-27T09:14:16Z</dcterms:created>
  <dcterms:modified xsi:type="dcterms:W3CDTF">2026-02-20T13:55:34Z</dcterms:modified>
  <cp:category/>
</cp:coreProperties>
</file>