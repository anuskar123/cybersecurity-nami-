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A25A2-2470-46B5-B449-39E76326A26F}" type="datetimeFigureOut">
              <a:rPr lang="en-US" smtClean="0"/>
              <a:pPr/>
              <a:t>12/4/2014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17BEA-399F-4DBE-B758-C7AB35243CA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Dissertation Progress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Interim Report &amp;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FAQs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600200"/>
            <a:ext cx="8401080" cy="4525963"/>
          </a:xfrm>
        </p:spPr>
        <p:txBody>
          <a:bodyPr/>
          <a:lstStyle/>
          <a:p>
            <a:r>
              <a:rPr lang="en-GB" dirty="0" smtClean="0"/>
              <a:t>What is the interim Report? </a:t>
            </a:r>
          </a:p>
          <a:p>
            <a:r>
              <a:rPr lang="en-GB" dirty="0" smtClean="0"/>
              <a:t>Is there an interim Report template? </a:t>
            </a:r>
          </a:p>
          <a:p>
            <a:r>
              <a:rPr lang="en-GB" dirty="0" smtClean="0"/>
              <a:t>What </a:t>
            </a:r>
            <a:r>
              <a:rPr lang="en-GB" dirty="0" smtClean="0"/>
              <a:t>is the assessment criteria?</a:t>
            </a:r>
          </a:p>
          <a:p>
            <a:r>
              <a:rPr lang="en-GB" dirty="0" smtClean="0"/>
              <a:t>What do I need to submit</a:t>
            </a:r>
            <a:r>
              <a:rPr lang="en-GB" dirty="0" smtClean="0"/>
              <a:t>?</a:t>
            </a:r>
          </a:p>
          <a:p>
            <a:r>
              <a:rPr lang="en-GB" dirty="0"/>
              <a:t>What do I have to Present?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928670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 smtClean="0"/>
              <a:t>What is the interim Report?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714620"/>
            <a:ext cx="8229600" cy="3257560"/>
          </a:xfrm>
        </p:spPr>
        <p:txBody>
          <a:bodyPr/>
          <a:lstStyle/>
          <a:p>
            <a:pPr>
              <a:buNone/>
            </a:pPr>
            <a:r>
              <a:rPr lang="en-GB" dirty="0"/>
              <a:t>The report &amp; presentation at this stage is used to </a:t>
            </a:r>
            <a:r>
              <a:rPr lang="en-GB" dirty="0" smtClean="0"/>
              <a:t>assess* </a:t>
            </a:r>
            <a:r>
              <a:rPr lang="en-GB" dirty="0"/>
              <a:t>the quality of your </a:t>
            </a:r>
            <a:r>
              <a:rPr lang="en-GB" u="sng" dirty="0"/>
              <a:t>work to date</a:t>
            </a:r>
            <a:r>
              <a:rPr lang="en-GB" dirty="0"/>
              <a:t> and its </a:t>
            </a:r>
            <a:r>
              <a:rPr lang="en-GB" u="sng" dirty="0"/>
              <a:t>progress</a:t>
            </a:r>
            <a:r>
              <a:rPr lang="en-GB" dirty="0"/>
              <a:t> towards a successful completion. 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* </a:t>
            </a:r>
            <a:r>
              <a:rPr lang="en-GB" sz="2400" dirty="0" smtClean="0"/>
              <a:t>It will also form the basis of the support you might need to complete your project.</a:t>
            </a:r>
            <a:endParaRPr lang="en-GB" sz="2400" dirty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472518" cy="1143000"/>
          </a:xfrm>
        </p:spPr>
        <p:txBody>
          <a:bodyPr>
            <a:noAutofit/>
          </a:bodyPr>
          <a:lstStyle/>
          <a:p>
            <a:r>
              <a:rPr lang="en-GB" dirty="0" smtClean="0"/>
              <a:t>Is there an interim Report template?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 smtClean="0"/>
              <a:t>There is a Guideline on Nile* with details of what you might include in your report. There are a number of items you’d need to consider to include in your report.</a:t>
            </a:r>
          </a:p>
          <a:p>
            <a:pPr>
              <a:buNone/>
            </a:pPr>
            <a:r>
              <a:rPr lang="en-GB" dirty="0" smtClean="0"/>
              <a:t>In general, this is seen as an </a:t>
            </a:r>
            <a:r>
              <a:rPr lang="en-GB" u="sng" dirty="0" smtClean="0"/>
              <a:t>extension</a:t>
            </a:r>
            <a:r>
              <a:rPr lang="en-GB" dirty="0" smtClean="0"/>
              <a:t> to your Proposal showing your progress to date, and your (revised) plan to take it further to a successful completion.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*</a:t>
            </a:r>
            <a:r>
              <a:rPr lang="en-GB" sz="1900" dirty="0" smtClean="0"/>
              <a:t>within the “interim Report &amp; Presentation bundle” link.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1143000"/>
          </a:xfrm>
        </p:spPr>
        <p:txBody>
          <a:bodyPr/>
          <a:lstStyle/>
          <a:p>
            <a:r>
              <a:rPr lang="en-GB" dirty="0" smtClean="0"/>
              <a:t>What is the assessment criteria?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332037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There is a detailed grading criterion used by all assessors and is available on Nile*. 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*</a:t>
            </a:r>
            <a:r>
              <a:rPr lang="en-GB" sz="1800" dirty="0" smtClean="0"/>
              <a:t>within the “interim Report &amp; Presentation bundle” link.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 smtClean="0"/>
              <a:t>What do I need to submit?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857364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Your report file* should be uploaded on Nile by midnight </a:t>
            </a:r>
            <a:r>
              <a:rPr lang="en-GB" dirty="0" smtClean="0"/>
              <a:t>on Sunday </a:t>
            </a:r>
            <a:r>
              <a:rPr lang="en-GB" dirty="0" smtClean="0"/>
              <a:t>of the January assessment week- </a:t>
            </a:r>
            <a:r>
              <a:rPr lang="en-GB" sz="2600" dirty="0" smtClean="0"/>
              <a:t>see course assignment schedule for the exact date</a:t>
            </a:r>
          </a:p>
          <a:p>
            <a:r>
              <a:rPr lang="en-GB" dirty="0" smtClean="0"/>
              <a:t>Individual Presentations will be held during the January assessment week </a:t>
            </a:r>
          </a:p>
          <a:p>
            <a:pPr lvl="1"/>
            <a:r>
              <a:rPr lang="en-GB" dirty="0" smtClean="0"/>
              <a:t>Your supervisor will notify you of the exact details of your presentation schedule.</a:t>
            </a:r>
          </a:p>
          <a:p>
            <a:pPr lvl="1"/>
            <a:endParaRPr lang="en-GB" dirty="0"/>
          </a:p>
          <a:p>
            <a:pPr>
              <a:buNone/>
            </a:pPr>
            <a:r>
              <a:rPr lang="en-GB" dirty="0" smtClean="0"/>
              <a:t>*</a:t>
            </a:r>
            <a:r>
              <a:rPr lang="en-GB" sz="2000" dirty="0" smtClean="0"/>
              <a:t>Append your presentation slides to your report for the Nile upload.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 smtClean="0"/>
              <a:t>What do I have to Present?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54292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The Presentation is a rehearsal of the final Dissertation Viva, and at this stage it should include the following:</a:t>
            </a:r>
          </a:p>
          <a:p>
            <a:r>
              <a:rPr lang="en-GB" dirty="0" smtClean="0"/>
              <a:t>Research Question</a:t>
            </a:r>
          </a:p>
          <a:p>
            <a:r>
              <a:rPr lang="en-GB" dirty="0" smtClean="0"/>
              <a:t>Working Title</a:t>
            </a:r>
          </a:p>
          <a:p>
            <a:r>
              <a:rPr lang="en-GB" dirty="0" smtClean="0"/>
              <a:t>Aim</a:t>
            </a:r>
          </a:p>
          <a:p>
            <a:r>
              <a:rPr lang="en-GB" dirty="0" smtClean="0"/>
              <a:t>Objectives</a:t>
            </a:r>
          </a:p>
          <a:p>
            <a:r>
              <a:rPr lang="en-GB" dirty="0" smtClean="0"/>
              <a:t>Supporting background detail</a:t>
            </a:r>
          </a:p>
          <a:p>
            <a:r>
              <a:rPr lang="en-GB" dirty="0" smtClean="0"/>
              <a:t>Work done to date- </a:t>
            </a:r>
            <a:r>
              <a:rPr lang="en-GB" dirty="0" err="1" smtClean="0"/>
              <a:t>eg</a:t>
            </a:r>
            <a:r>
              <a:rPr lang="en-GB" dirty="0" smtClean="0"/>
              <a:t>; demonstration</a:t>
            </a:r>
          </a:p>
          <a:p>
            <a:r>
              <a:rPr lang="en-GB" dirty="0" smtClean="0"/>
              <a:t>Completion Plan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327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Dissertation Progress</vt:lpstr>
      <vt:lpstr>FAQs</vt:lpstr>
      <vt:lpstr>What is the interim Report? </vt:lpstr>
      <vt:lpstr>Is there an interim Report template? </vt:lpstr>
      <vt:lpstr>What is the assessment criteria?</vt:lpstr>
      <vt:lpstr>What do I need to submit?</vt:lpstr>
      <vt:lpstr>What do I have to Present?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Dissertation Progress</dc:title>
  <dc:creator>amir</dc:creator>
  <cp:lastModifiedBy>Amir</cp:lastModifiedBy>
  <cp:revision>12</cp:revision>
  <dcterms:created xsi:type="dcterms:W3CDTF">2013-12-11T11:09:49Z</dcterms:created>
  <dcterms:modified xsi:type="dcterms:W3CDTF">2014-12-04T14:07:56Z</dcterms:modified>
</cp:coreProperties>
</file>