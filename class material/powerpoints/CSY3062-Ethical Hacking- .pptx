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325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400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  <p:sldId id="396" r:id="rId24"/>
    <p:sldId id="397" r:id="rId25"/>
    <p:sldId id="398" r:id="rId26"/>
    <p:sldId id="399" r:id="rId27"/>
    <p:sldId id="401" r:id="rId28"/>
    <p:sldId id="404" r:id="rId29"/>
    <p:sldId id="416" r:id="rId30"/>
    <p:sldId id="417" r:id="rId31"/>
    <p:sldId id="418" r:id="rId32"/>
    <p:sldId id="419" r:id="rId33"/>
    <p:sldId id="407" r:id="rId34"/>
    <p:sldId id="406" r:id="rId35"/>
    <p:sldId id="408" r:id="rId36"/>
    <p:sldId id="405" r:id="rId37"/>
    <p:sldId id="409" r:id="rId38"/>
    <p:sldId id="403" r:id="rId39"/>
    <p:sldId id="410" r:id="rId40"/>
    <p:sldId id="411" r:id="rId41"/>
    <p:sldId id="414" r:id="rId42"/>
    <p:sldId id="413" r:id="rId43"/>
    <p:sldId id="412" r:id="rId44"/>
    <p:sldId id="415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0"/>
            <a:ext cx="9808237" cy="1618309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 &amp; APPLIED CRYPTOGRAPHY 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 smtClean="0"/>
              <a:t>Module:  </a:t>
            </a:r>
            <a:r>
              <a:rPr lang="en-US" sz="3200" dirty="0" smtClean="0"/>
              <a:t>Ethical Hacking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3/4/2026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4596" y="1474822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2558"/>
            <a:ext cx="7845466" cy="597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68" y="274638"/>
            <a:ext cx="7724512" cy="5943282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62" y="518160"/>
            <a:ext cx="8445598" cy="6203315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75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3" y="373680"/>
            <a:ext cx="7078267" cy="56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49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38" y="416560"/>
            <a:ext cx="7370530" cy="593978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38" y="1005841"/>
            <a:ext cx="7090438" cy="4846412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87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" y="164538"/>
            <a:ext cx="7894320" cy="6266742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9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1" y="193040"/>
            <a:ext cx="8404567" cy="631952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63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32329" cy="656336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61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3" y="1483361"/>
            <a:ext cx="7286494" cy="436126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14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93" y="518160"/>
            <a:ext cx="7548027" cy="543178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57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203200"/>
            <a:ext cx="7570899" cy="582168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16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40" y="467360"/>
            <a:ext cx="8143180" cy="562864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9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64" y="458712"/>
            <a:ext cx="8037436" cy="5708408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08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1" y="265096"/>
            <a:ext cx="7987029" cy="6003624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91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56" y="812800"/>
            <a:ext cx="7793524" cy="538480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6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8480"/>
            <a:ext cx="8123880" cy="5315041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71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38" y="640080"/>
            <a:ext cx="7591742" cy="550672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38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0" y="162560"/>
            <a:ext cx="7911450" cy="631952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3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137" y="717298"/>
            <a:ext cx="6767143" cy="521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2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97" y="646341"/>
            <a:ext cx="8036703" cy="502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8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751840"/>
            <a:ext cx="8141206" cy="5067384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6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42" y="1107440"/>
            <a:ext cx="8035657" cy="4674951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6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5" y="570476"/>
            <a:ext cx="8400025" cy="5302004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18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560"/>
            <a:ext cx="8097520" cy="562863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58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3" y="304800"/>
            <a:ext cx="7317502" cy="576072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84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52" y="396240"/>
            <a:ext cx="7843947" cy="596010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65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27" y="375920"/>
            <a:ext cx="8351373" cy="557784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65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42" y="579120"/>
            <a:ext cx="8772178" cy="497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06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85520"/>
            <a:ext cx="8254729" cy="407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0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9509"/>
            <a:ext cx="8503920" cy="489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42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54" y="226060"/>
            <a:ext cx="7919605" cy="619760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28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02" y="314960"/>
            <a:ext cx="8175558" cy="617727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87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73" y="355599"/>
            <a:ext cx="8168767" cy="6365875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24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8" y="213360"/>
            <a:ext cx="8614862" cy="638047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80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257334"/>
            <a:ext cx="7799361" cy="628523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47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489374"/>
            <a:ext cx="7823200" cy="5982546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03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11" y="233680"/>
            <a:ext cx="8232069" cy="634999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07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35" y="0"/>
            <a:ext cx="8642275" cy="635635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0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18" y="-71120"/>
            <a:ext cx="8496221" cy="618744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28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4" y="-58420"/>
            <a:ext cx="8763496" cy="648208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35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701"/>
            <a:ext cx="8229600" cy="6335499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39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54" y="314960"/>
            <a:ext cx="8225086" cy="6156960"/>
          </a:xfrm>
          <a:prstGeom prst="rect">
            <a:avLst/>
          </a:prstGeom>
        </p:spPr>
      </p:pic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3/4/2026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32129"/>
            <a:ext cx="184150" cy="1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4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58</Words>
  <Application>Microsoft Office PowerPoint</Application>
  <PresentationFormat>On-screen Show (4:3)</PresentationFormat>
  <Paragraphs>47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CYBER SECURITY &amp; APPLIED CRYPTOGRAPHY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Administrator</cp:lastModifiedBy>
  <cp:revision>83</cp:revision>
  <dcterms:created xsi:type="dcterms:W3CDTF">2013-01-27T09:14:16Z</dcterms:created>
  <dcterms:modified xsi:type="dcterms:W3CDTF">2026-03-04T06:55:33Z</dcterms:modified>
  <cp:category/>
</cp:coreProperties>
</file>