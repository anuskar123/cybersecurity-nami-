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256" r:id="rId2"/>
    <p:sldId id="346" r:id="rId3"/>
    <p:sldId id="407" r:id="rId4"/>
    <p:sldId id="408" r:id="rId5"/>
    <p:sldId id="409" r:id="rId6"/>
    <p:sldId id="410" r:id="rId7"/>
    <p:sldId id="367" r:id="rId8"/>
    <p:sldId id="368" r:id="rId9"/>
    <p:sldId id="369" r:id="rId10"/>
    <p:sldId id="370" r:id="rId11"/>
    <p:sldId id="371" r:id="rId12"/>
    <p:sldId id="372" r:id="rId13"/>
    <p:sldId id="373" r:id="rId14"/>
    <p:sldId id="374" r:id="rId15"/>
    <p:sldId id="378" r:id="rId16"/>
    <p:sldId id="379" r:id="rId17"/>
    <p:sldId id="377" r:id="rId18"/>
    <p:sldId id="381" r:id="rId19"/>
    <p:sldId id="380" r:id="rId20"/>
    <p:sldId id="376" r:id="rId21"/>
    <p:sldId id="375" r:id="rId22"/>
    <p:sldId id="382" r:id="rId23"/>
    <p:sldId id="383" r:id="rId24"/>
    <p:sldId id="384" r:id="rId25"/>
    <p:sldId id="385" r:id="rId26"/>
    <p:sldId id="389" r:id="rId27"/>
    <p:sldId id="386" r:id="rId28"/>
    <p:sldId id="387" r:id="rId29"/>
    <p:sldId id="391" r:id="rId30"/>
    <p:sldId id="390" r:id="rId31"/>
    <p:sldId id="388" r:id="rId32"/>
    <p:sldId id="392" r:id="rId33"/>
    <p:sldId id="393" r:id="rId34"/>
    <p:sldId id="394" r:id="rId35"/>
    <p:sldId id="395" r:id="rId36"/>
    <p:sldId id="396" r:id="rId37"/>
    <p:sldId id="397" r:id="rId38"/>
    <p:sldId id="398" r:id="rId39"/>
    <p:sldId id="403" r:id="rId40"/>
    <p:sldId id="404" r:id="rId41"/>
    <p:sldId id="399" r:id="rId42"/>
    <p:sldId id="400" r:id="rId43"/>
    <p:sldId id="401" r:id="rId44"/>
    <p:sldId id="402" r:id="rId45"/>
    <p:sldId id="405" r:id="rId46"/>
    <p:sldId id="406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1431D-19B0-4115-96BC-42F1841FB80B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659A9-B627-4A93-AB03-D8D3E231F8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35730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75ECD-153B-4DF6-886B-7086D1541E62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32D632-18E0-4EC7-ACCF-D86DBE415F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6513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4375ECD-153B-4DF6-886B-7086D1541E62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32D632-18E0-4EC7-ACCF-D86DBE415FAF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326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4375ECD-153B-4DF6-886B-7086D1541E62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32D632-18E0-4EC7-ACCF-D86DBE415FAF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743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4375ECD-153B-4DF6-886B-7086D1541E62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32D632-18E0-4EC7-ACCF-D86DBE415FAF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528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4375ECD-153B-4DF6-886B-7086D1541E62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32D632-18E0-4EC7-ACCF-D86DBE415FAF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932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EB13-87B1-4357-9064-128A011212B3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63E0-1639-4315-B594-904872C16F49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C66B-BC68-4A44-83A0-331AAC0745D1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2B98-824D-40F2-96EB-05445F2F59A7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81EC-1622-41C9-8CA1-1EDD4B074BDF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9A63-B66C-437F-A3BC-ACFBC0CC1A05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E66D1-DC48-491F-A5EF-CA4E99944BDF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3071-1DF5-43E6-A132-9844F9E2A529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4C08-1871-4978-8161-6E55E3933DDF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84AD7-2CD7-4BF1-9889-4FB1D4211333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EC04-86A5-4D64-9758-2CFEAC225331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24C3B-1C83-48BC-AAF6-51A17E28F410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47117" y="157482"/>
            <a:ext cx="1099312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CYBER SECURITY</a:t>
            </a:r>
            <a:endParaRPr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345440" y="5029201"/>
            <a:ext cx="8323527" cy="153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4200" b="1" dirty="0" smtClean="0"/>
              <a:t>Hashing</a:t>
            </a:r>
          </a:p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000" b="1" dirty="0" err="1" smtClean="0">
                <a:solidFill>
                  <a:srgbClr val="460078"/>
                </a:solidFill>
              </a:rPr>
              <a:t>Er</a:t>
            </a:r>
            <a:r>
              <a:rPr lang="en-US" sz="3000" b="1" dirty="0" smtClean="0">
                <a:solidFill>
                  <a:srgbClr val="460078"/>
                </a:solidFill>
              </a:rPr>
              <a:t>. Prakash Chandra Adhikari</a:t>
            </a:r>
            <a:endParaRPr lang="en-US" sz="3000" b="1" dirty="0">
              <a:solidFill>
                <a:srgbClr val="460078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D382-49DB-4807-A586-175A2D7637E3}" type="datetime1">
              <a:rPr lang="en-US" smtClean="0"/>
              <a:t>5/1/2026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34538" y="1200943"/>
            <a:ext cx="5505214" cy="367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Hashing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17" name="object 15"/>
          <p:cNvSpPr txBox="1"/>
          <p:nvPr/>
        </p:nvSpPr>
        <p:spPr>
          <a:xfrm>
            <a:off x="609600" y="1272209"/>
            <a:ext cx="7971184" cy="141808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-5080" algn="ctr">
              <a:lnSpc>
                <a:spcPct val="94400"/>
              </a:lnSpc>
              <a:spcBef>
                <a:spcPts val="229"/>
              </a:spcBef>
            </a:pPr>
            <a:r>
              <a:rPr sz="2400" dirty="0">
                <a:latin typeface="Arial MT"/>
                <a:cs typeface="Arial MT"/>
              </a:rPr>
              <a:t>Hashing</a:t>
            </a:r>
            <a:r>
              <a:rPr sz="2400" spc="1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1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1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scrambling</a:t>
            </a:r>
            <a:r>
              <a:rPr sz="2400" spc="2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piece</a:t>
            </a:r>
            <a:r>
              <a:rPr sz="2400" spc="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information</a:t>
            </a:r>
            <a:r>
              <a:rPr sz="2400" spc="2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18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data </a:t>
            </a:r>
            <a:r>
              <a:rPr sz="2400" dirty="0">
                <a:latin typeface="Arial MT"/>
                <a:cs typeface="Arial MT"/>
              </a:rPr>
              <a:t>beyond</a:t>
            </a:r>
            <a:r>
              <a:rPr sz="2400" spc="2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recognition.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designed</a:t>
            </a:r>
            <a:r>
              <a:rPr sz="2400" spc="190" dirty="0">
                <a:latin typeface="Arial MT"/>
                <a:cs typeface="Arial MT"/>
              </a:rPr>
              <a:t> </a:t>
            </a:r>
            <a:r>
              <a:rPr sz="2400" spc="70" dirty="0">
                <a:latin typeface="Arial MT"/>
                <a:cs typeface="Arial MT"/>
              </a:rPr>
              <a:t>to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31313"/>
                </a:solidFill>
                <a:latin typeface="Arial MT"/>
                <a:cs typeface="Arial MT"/>
              </a:rPr>
              <a:t>be</a:t>
            </a:r>
            <a:r>
              <a:rPr sz="2400" spc="11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irreversible.</a:t>
            </a:r>
            <a:r>
              <a:rPr sz="2400" spc="2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pass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input</a:t>
            </a:r>
            <a:r>
              <a:rPr sz="2400" spc="2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through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hash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function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spc="50" dirty="0">
                <a:latin typeface="Arial MT"/>
                <a:cs typeface="Arial MT"/>
              </a:rPr>
              <a:t>to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calculate</a:t>
            </a:r>
            <a:r>
              <a:rPr sz="2400" spc="2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Hash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</a:t>
            </a:r>
            <a:r>
              <a:rPr sz="2400" spc="1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1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Digest.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66140"/>
            <a:ext cx="8421758" cy="280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301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Hashing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387173"/>
            <a:ext cx="9144000" cy="371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05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84" y="1218311"/>
            <a:ext cx="8488016" cy="54264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Hashing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796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24" y="342856"/>
            <a:ext cx="7686260" cy="6013494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29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94" y="715618"/>
            <a:ext cx="7964011" cy="5539408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34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spc="-45" dirty="0">
                <a:solidFill>
                  <a:srgbClr val="7030A0"/>
                </a:solidFill>
              </a:rPr>
              <a:t>BASIC</a:t>
            </a:r>
            <a:r>
              <a:rPr lang="en-GB" b="1" spc="-215" dirty="0">
                <a:solidFill>
                  <a:srgbClr val="7030A0"/>
                </a:solidFill>
              </a:rPr>
              <a:t> </a:t>
            </a:r>
            <a:r>
              <a:rPr lang="en-GB" b="1" spc="-20" dirty="0">
                <a:solidFill>
                  <a:srgbClr val="7030A0"/>
                </a:solidFill>
              </a:rPr>
              <a:t>HASH</a:t>
            </a:r>
            <a:r>
              <a:rPr lang="en-GB" b="1" spc="-240" dirty="0">
                <a:solidFill>
                  <a:srgbClr val="7030A0"/>
                </a:solidFill>
              </a:rPr>
              <a:t> </a:t>
            </a:r>
            <a:r>
              <a:rPr lang="en-GB" b="1" spc="-55" dirty="0">
                <a:solidFill>
                  <a:srgbClr val="7030A0"/>
                </a:solidFill>
              </a:rPr>
              <a:t>FUNCTION</a:t>
            </a:r>
            <a:r>
              <a:rPr lang="en-GB" b="1" spc="-135" dirty="0">
                <a:solidFill>
                  <a:srgbClr val="7030A0"/>
                </a:solidFill>
              </a:rPr>
              <a:t> </a:t>
            </a:r>
            <a:r>
              <a:rPr lang="en-GB" b="1" spc="-55" dirty="0">
                <a:solidFill>
                  <a:srgbClr val="7030A0"/>
                </a:solidFill>
              </a:rPr>
              <a:t>DIAGRAM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7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1678381"/>
            <a:ext cx="8522032" cy="348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921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55" y="285657"/>
            <a:ext cx="7072725" cy="633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447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390" y="1037891"/>
            <a:ext cx="6049219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01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916" y="680654"/>
            <a:ext cx="6030167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51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495" y="594917"/>
            <a:ext cx="5973009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12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706" y="790206"/>
            <a:ext cx="6544588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26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5" y="1052181"/>
            <a:ext cx="7059010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999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416" y="1109339"/>
            <a:ext cx="6935168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986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337" y="852128"/>
            <a:ext cx="6449325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492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2" y="537759"/>
            <a:ext cx="8030818" cy="5782482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350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758" y="675891"/>
            <a:ext cx="6868484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006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916" y="766391"/>
            <a:ext cx="6754168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685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784" y="685417"/>
            <a:ext cx="6668431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644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44" y="371061"/>
            <a:ext cx="8287112" cy="508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984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90" y="875943"/>
            <a:ext cx="6773220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61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8381999" cy="532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31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43" y="356638"/>
            <a:ext cx="7303030" cy="560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165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784" y="633022"/>
            <a:ext cx="6668431" cy="55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73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97" y="106017"/>
            <a:ext cx="7351698" cy="5933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994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638"/>
            <a:ext cx="7529989" cy="563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0216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74" y="274638"/>
            <a:ext cx="8577974" cy="6081711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515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863" y="880707"/>
            <a:ext cx="6792273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9270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232" y="742575"/>
            <a:ext cx="6525536" cy="537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113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8559"/>
            <a:ext cx="8229600" cy="5633971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3342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263770"/>
            <a:ext cx="7396620" cy="568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1684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337" y="856891"/>
            <a:ext cx="6449325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3122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337" y="894996"/>
            <a:ext cx="6449325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2600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18" y="274638"/>
            <a:ext cx="7670364" cy="520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0249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18" y="274638"/>
            <a:ext cx="7670364" cy="520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691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57" y="519194"/>
            <a:ext cx="7261621" cy="538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5372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04" y="424070"/>
            <a:ext cx="7956896" cy="558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2093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442" y="594917"/>
            <a:ext cx="6735115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0015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516836"/>
            <a:ext cx="8229600" cy="560932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63E0-1639-4315-B594-904872C16F49}" type="datetime1">
              <a:rPr lang="en-US" smtClean="0"/>
              <a:t>5/1/2026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333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63E0-1639-4315-B594-904872C16F49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9454"/>
            <a:ext cx="8229600" cy="544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1717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30" y="234848"/>
            <a:ext cx="7111085" cy="601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403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65" y="607278"/>
            <a:ext cx="7246719" cy="528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9430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287" y="145845"/>
            <a:ext cx="8229600" cy="657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7832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21" y="44756"/>
            <a:ext cx="8653669" cy="6676719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3356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485567"/>
            <a:ext cx="8183217" cy="6114016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0053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788" y="516835"/>
            <a:ext cx="8983908" cy="505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10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2733</TotalTime>
  <Words>107</Words>
  <Application>Microsoft Office PowerPoint</Application>
  <PresentationFormat>On-screen Show (4:3)</PresentationFormat>
  <Paragraphs>62</Paragraphs>
  <Slides>46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Arial MT</vt:lpstr>
      <vt:lpstr>Calibri</vt:lpstr>
      <vt:lpstr>Office Theme</vt:lpstr>
      <vt:lpstr>CYBER SECURITY</vt:lpstr>
      <vt:lpstr>Hashing</vt:lpstr>
      <vt:lpstr>Hashing</vt:lpstr>
      <vt:lpstr>Hashing</vt:lpstr>
      <vt:lpstr>PowerPoint Presentation</vt:lpstr>
      <vt:lpstr>PowerPoint Presentation</vt:lpstr>
      <vt:lpstr>BASIC HASH FUNCTION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PCA</dc:creator>
  <cp:keywords/>
  <dc:description>generated using python-pptx</dc:description>
  <cp:lastModifiedBy>universe</cp:lastModifiedBy>
  <cp:revision>99</cp:revision>
  <dcterms:created xsi:type="dcterms:W3CDTF">2013-01-27T09:14:16Z</dcterms:created>
  <dcterms:modified xsi:type="dcterms:W3CDTF">2026-05-01T09:14:48Z</dcterms:modified>
  <cp:category/>
</cp:coreProperties>
</file>