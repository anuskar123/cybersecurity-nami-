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1431D-19B0-4115-96BC-42F1841FB80B}" type="datetime1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659A9-B627-4A93-AB03-D8D3E2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730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75ECD-153B-4DF6-886B-7086D1541E62}" type="datetime1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2D632-18E0-4EC7-ACCF-D86DBE41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513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EB13-87B1-4357-9064-128A011212B3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63E0-1639-4315-B594-904872C16F49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C66B-BC68-4A44-83A0-331AAC0745D1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2B98-824D-40F2-96EB-05445F2F59A7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81EC-1622-41C9-8CA1-1EDD4B074BDF}" type="datetime1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9A63-B66C-437F-A3BC-ACFBC0CC1A05}" type="datetime1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E66D1-DC48-491F-A5EF-CA4E99944BDF}" type="datetime1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3071-1DF5-43E6-A132-9844F9E2A529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4C08-1871-4978-8161-6E55E3933DDF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84AD7-2CD7-4BF1-9889-4FB1D4211333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EC04-86A5-4D64-9758-2CFEAC225331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24C3B-1C83-48BC-AAF6-51A17E28F410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47117" y="157482"/>
            <a:ext cx="1099312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CYBER SECURITY</a:t>
            </a:r>
            <a:endParaRPr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345440" y="5029201"/>
            <a:ext cx="8323527" cy="153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200" dirty="0"/>
              <a:t>Module I: Introduction &amp; Cyber Security Fundamentals</a:t>
            </a:r>
            <a:endParaRPr lang="en-US" sz="3000" b="1" dirty="0" smtClean="0">
              <a:solidFill>
                <a:srgbClr val="460078"/>
              </a:solidFill>
            </a:endParaRPr>
          </a:p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000" b="1" dirty="0" err="1" smtClean="0">
                <a:solidFill>
                  <a:srgbClr val="460078"/>
                </a:solidFill>
              </a:rPr>
              <a:t>Er</a:t>
            </a:r>
            <a:r>
              <a:rPr lang="en-US" sz="3000" b="1" dirty="0" smtClean="0">
                <a:solidFill>
                  <a:srgbClr val="460078"/>
                </a:solidFill>
              </a:rPr>
              <a:t>. Prakash Chandra Adhikari</a:t>
            </a:r>
            <a:endParaRPr lang="en-US" sz="3000" b="1" dirty="0">
              <a:solidFill>
                <a:srgbClr val="460078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D382-49DB-4807-A586-175A2D7637E3}" type="datetime1">
              <a:rPr lang="en-US" smtClean="0"/>
              <a:t>1/29/2026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34538" y="1200943"/>
            <a:ext cx="5505214" cy="367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Lecture Agenda</a:t>
            </a:r>
            <a:r>
              <a:rPr lang="en-US" b="1" dirty="0" smtClean="0">
                <a:solidFill>
                  <a:srgbClr val="460078"/>
                </a:solidFill>
              </a:rPr>
              <a:t/>
            </a:r>
            <a:br>
              <a:rPr lang="en-US" b="1" dirty="0" smtClean="0">
                <a:solidFill>
                  <a:srgbClr val="460078"/>
                </a:solidFill>
              </a:rPr>
            </a:b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Overview of the module and assessment structure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Introduction to cyber security and its importance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Understanding the threat landscape and attackers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CIA triad explained with practical examples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Introduction to cryptography and its role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In-class activities and preparation for next week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1/29/2026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5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Module Overview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This module introduces the foundations of cyber security and applied cryptography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Students learn how digital systems are protected against modern cyber threats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The module combines theoretical knowledge with practical security concepts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1/29/2026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91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Why Cyber Security Is Important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Cyber attacks are increasing in frequency and sophistication worldwide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Security breaches can cause financial loss and reputational damage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Cyber security is essential for governments, </a:t>
            </a:r>
            <a:r>
              <a:rPr lang="en-US" sz="2800" dirty="0" err="1"/>
              <a:t>organisations</a:t>
            </a:r>
            <a:r>
              <a:rPr lang="en-US" sz="2800" dirty="0"/>
              <a:t>, and individuals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1/29/2026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53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Definition of Cyber Security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Cyber security refers to the protection of systems, networks, and digital data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It prevents </a:t>
            </a:r>
            <a:r>
              <a:rPr lang="en-US" sz="2800" dirty="0" err="1"/>
              <a:t>unauthorised</a:t>
            </a:r>
            <a:r>
              <a:rPr lang="en-US" sz="2800" dirty="0"/>
              <a:t> access, misuse, and disruption of information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Cyber security applies across hardware, software, and human processes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1/29/2026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2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Core Security Objectives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Confidentiality ensures data is accessible only to </a:t>
            </a:r>
            <a:r>
              <a:rPr lang="en-US" sz="2800" dirty="0" err="1"/>
              <a:t>authorised</a:t>
            </a:r>
            <a:r>
              <a:rPr lang="en-US" sz="2800" dirty="0"/>
              <a:t> users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Integrity ensures data is accurate and has not been altered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Availability ensures systems and data are accessible when required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1/29/2026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288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CIA Triad Explained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Confidentiality is achieved using encryption and access controls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Integrity is protected using hashing and validation mechanisms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Availability is maintained using backups, redundancy, and fault tolerance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1/29/2026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72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Cyber Threat Landscape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Malware attacks include viruses, worms, and ransomware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Phishing attacks exploit human trust to steal information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Insider threats arise from employees or contractors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1/29/2026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93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Common Cyber Attacks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Denial-of-Service attacks disrupt access to systems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Man-in-the-Middle attacks intercept communications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Ransomware encrypts data and demands payment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1/29/2026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33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Threat Actors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Cyber criminals are motivated by financial gain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Hacktivists are driven by political or social causes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Nation states conduct cyber espionage and warfare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1/29/2026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772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Introduction to Cryptography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Cryptography uses mathematical techniques to secure information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It supports confidentiality, integrity, and authentication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Cryptography enables secure communication over insecure networks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1/29/2026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21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Why Cryptography Matters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Protects sensitive personal and </a:t>
            </a:r>
            <a:r>
              <a:rPr lang="en-US" sz="2800" dirty="0" err="1"/>
              <a:t>organisational</a:t>
            </a:r>
            <a:r>
              <a:rPr lang="en-US" sz="2800" dirty="0"/>
              <a:t> data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Builds trust in online services and digital transactions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Forms the foundation of modern cyber security systems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1/29/2026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09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Ethical and Legal Responsibilities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Cyber security professionals must act ethically and responsibly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 err="1"/>
              <a:t>Unauthorised</a:t>
            </a:r>
            <a:r>
              <a:rPr lang="en-US" sz="2800" dirty="0"/>
              <a:t> system access is illegal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Legal compliance and data protection are mandatory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1/29/2026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35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Preparation for Next Week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Next topic: Security Frameworks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1/29/2026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80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391</Words>
  <Application>Microsoft Office PowerPoint</Application>
  <PresentationFormat>On-screen Show (4:3)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CYBER SECURITY</vt:lpstr>
      <vt:lpstr>Lecture Agenda </vt:lpstr>
      <vt:lpstr>Module Overview</vt:lpstr>
      <vt:lpstr>Why Cyber Security Is Important</vt:lpstr>
      <vt:lpstr>Definition of Cyber Security</vt:lpstr>
      <vt:lpstr>Core Security Objectives</vt:lpstr>
      <vt:lpstr>CIA Triad Explained</vt:lpstr>
      <vt:lpstr>Cyber Threat Landscape</vt:lpstr>
      <vt:lpstr>Common Cyber Attacks</vt:lpstr>
      <vt:lpstr>Threat Actors</vt:lpstr>
      <vt:lpstr>Introduction to Cryptography</vt:lpstr>
      <vt:lpstr>Why Cryptography Matters</vt:lpstr>
      <vt:lpstr>Ethical and Legal Responsibilities</vt:lpstr>
      <vt:lpstr>Preparation for Next Week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PCA</dc:creator>
  <cp:keywords/>
  <dc:description>generated using python-pptx</dc:description>
  <cp:lastModifiedBy>universe</cp:lastModifiedBy>
  <cp:revision>50</cp:revision>
  <dcterms:created xsi:type="dcterms:W3CDTF">2013-01-27T09:14:16Z</dcterms:created>
  <dcterms:modified xsi:type="dcterms:W3CDTF">2026-01-29T13:31:59Z</dcterms:modified>
  <cp:category/>
</cp:coreProperties>
</file>