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02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4375ECD-153B-4DF6-886B-7086D1541E62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2D632-18E0-4EC7-ACCF-D86DBE415F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8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157482"/>
            <a:ext cx="1099312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 smtClean="0"/>
              <a:t>Security Framework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2/1/2026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34538" y="1200943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What Is a Security Framework?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 security framework is a structured approach to managing cyber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It provides policies, procedures, and controls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Frameworks help </a:t>
            </a:r>
            <a:r>
              <a:rPr lang="en-US" sz="2800" dirty="0" err="1"/>
              <a:t>organisations</a:t>
            </a:r>
            <a:r>
              <a:rPr lang="en-US" sz="2800" dirty="0"/>
              <a:t> manage and reduce security risk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Why Security Frameworks Are Important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They provide consistency in security practices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Support compliance with legal and regulatory requirements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Help </a:t>
            </a:r>
            <a:r>
              <a:rPr lang="en-US" sz="2800" dirty="0" err="1"/>
              <a:t>organisations</a:t>
            </a:r>
            <a:r>
              <a:rPr lang="en-US" sz="2800" dirty="0"/>
              <a:t> identify and manage risks systematically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1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Key Components of a Security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Security policies define rules and expectations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Standards and guidelines support policy implementation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Controls enforce protection mechanisms</a:t>
            </a:r>
          </a:p>
          <a:p>
            <a:pPr marL="0" indent="0" algn="just">
              <a:buNone/>
            </a:pPr>
            <a:endParaRPr lang="en-US" sz="2800" b="1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Governance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Governance defines responsibility and accountability for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Senior management oversight is essential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Clear roles improve decision-making and risk ownership</a:t>
            </a: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08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Risk Management Fundamentals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is the likelihood of a threat exploiting a vulnerability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management identifies, analyses, and mitigates risks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Frameworks embed risk management into security planning</a:t>
            </a: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Risk Assessment Process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Identify assets and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Assess vulnerabilities and potential impact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 err="1"/>
              <a:t>Prioritise</a:t>
            </a:r>
            <a:r>
              <a:rPr lang="en-US" sz="2800" dirty="0"/>
              <a:t> risks based on likelihood and severity</a:t>
            </a: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9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Policies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Policies define acceptable and unacceptable </a:t>
            </a:r>
            <a:r>
              <a:rPr lang="en-US" sz="2800" dirty="0" err="1"/>
              <a:t>behaviour</a:t>
            </a:r>
            <a:endParaRPr lang="en-US" sz="2800" dirty="0"/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They guide employees and system users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Policies must be clear, enforceable, and reviewed regularly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39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Security Controls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Technical controls include firewalls and encryption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Administrative controls include policies and training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Physical controls protect facilities and hardware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8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NIST Cybersecurity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Widely used international security framework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Five core functions: Identify, Protect, Detect, Respond, Recover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Supports risk-based security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5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ISO/IEC 27001 Framework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International standard for information security management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Focuses on Information Security Management Systems (ISMS)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 err="1"/>
              <a:t>Emphasises</a:t>
            </a:r>
            <a:r>
              <a:rPr lang="en-US" sz="2800" dirty="0"/>
              <a:t> continual improvement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07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Other Security Frameworks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COBIT focuses on IT governance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PCI DSS addresses payment card security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 selection depends on </a:t>
            </a:r>
            <a:r>
              <a:rPr lang="en-US" sz="2800" dirty="0" err="1"/>
              <a:t>organisational</a:t>
            </a:r>
            <a:r>
              <a:rPr lang="en-US" sz="2800" dirty="0"/>
              <a:t> needs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31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Applying Frameworks in Practice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Frameworks must be tailored to the </a:t>
            </a:r>
            <a:r>
              <a:rPr lang="en-US" sz="2800" dirty="0" err="1"/>
              <a:t>organisation</a:t>
            </a:r>
            <a:endParaRPr lang="en-US" sz="2800" dirty="0"/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Risk appetite and business context are critical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Continuous monitoring and improvement are required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8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/>
              <a:t>Challenges in Using Frameworks</a:t>
            </a:r>
            <a:endParaRPr lang="en-US" b="1" dirty="0">
              <a:solidFill>
                <a:srgbClr val="46007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395"/>
            <a:ext cx="8123584" cy="4799276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Complexity and cost of implementation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Lack of </a:t>
            </a:r>
            <a:r>
              <a:rPr lang="en-US" sz="2800" dirty="0" err="1"/>
              <a:t>organisational</a:t>
            </a:r>
            <a:r>
              <a:rPr lang="en-US" sz="2800" dirty="0"/>
              <a:t> support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r>
              <a:rPr lang="en-US" sz="2800" dirty="0"/>
              <a:t>Keeping frameworks updated with evolving threats</a:t>
            </a:r>
          </a:p>
          <a:p>
            <a:pPr>
              <a:defRPr sz="1800">
                <a:solidFill>
                  <a:srgbClr val="202020"/>
                </a:solidFill>
              </a:defRPr>
            </a:pPr>
            <a:endParaRPr lang="en-US" sz="2800"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60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327</Words>
  <Application>Microsoft Office PowerPoint</Application>
  <PresentationFormat>On-screen Show (4:3)</PresentationFormat>
  <Paragraphs>71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CYBER SECURITY</vt:lpstr>
      <vt:lpstr>What Is a Security Framework?</vt:lpstr>
      <vt:lpstr>Why Security Frameworks Are Important</vt:lpstr>
      <vt:lpstr>Key Components of a Security Framework</vt:lpstr>
      <vt:lpstr>Security Governance</vt:lpstr>
      <vt:lpstr>Risk Management Fundamentals</vt:lpstr>
      <vt:lpstr>Risk Assessment Process</vt:lpstr>
      <vt:lpstr>Security Policies</vt:lpstr>
      <vt:lpstr>Security Controls</vt:lpstr>
      <vt:lpstr>NIST Cybersecurity Framework</vt:lpstr>
      <vt:lpstr>ISO/IEC 27001 Framework</vt:lpstr>
      <vt:lpstr>Other Security Frameworks</vt:lpstr>
      <vt:lpstr>Applying Frameworks in Practice</vt:lpstr>
      <vt:lpstr>Challenges in Using Frameworks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Administrator</cp:lastModifiedBy>
  <cp:revision>56</cp:revision>
  <dcterms:created xsi:type="dcterms:W3CDTF">2013-01-27T09:14:16Z</dcterms:created>
  <dcterms:modified xsi:type="dcterms:W3CDTF">2026-02-01T09:23:30Z</dcterms:modified>
  <cp:category/>
</cp:coreProperties>
</file>