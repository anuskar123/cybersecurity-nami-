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66"/>
                </a:solidFill>
              </a:defRPr>
            </a:pPr>
            <a:r>
              <a:t>CSY3062 – Cyber Security and Applied Cryptography</a:t>
            </a:r>
          </a:p>
          <a:p>
            <a:pPr algn="ctr">
              <a:defRPr sz="2000">
                <a:solidFill>
                  <a:srgbClr val="202020"/>
                </a:solidFill>
              </a:defRPr>
            </a:pPr>
            <a:r>
              <a:t>Module IX: Cryptographic Key Management</a:t>
            </a:r>
            <a:br/>
            <a:r>
              <a:t>University of Northampton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Introduction to cryptographic key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Types of cryptographic keys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lifecycle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generation, storage, and distribution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management challenges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Activities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What Is Cryptographic Key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 management refers to handling cryptographic keys securely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Includes generation, storage, distribution, and destruction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Essential for maintaining cryptographic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Why Key Management Is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Strong algorithms fail if keys are compromised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Improper key handling leads to security breaches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management underpins trust in cryptographic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Types of Cryptographic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Symmetric keys used for encryption and decryption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Asymmetric keys include public and private keys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Session keys used for temporary secure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Lifecycle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 generation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distribution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usage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rotation and revocation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Key destruction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Keys must be generated using secure random processes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Weak randomness leads to predictable keys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Hardware and software generators are 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Keys must be stored securely to prevent theft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Hardware Security Modules (HSMs) improve protection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Access to keys must be strictly controlled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Secure distribution ensures keys reach intended parties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Asymmetric cryptography solves distribution challenges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Protocols such as TLS manage key exchange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Rotation and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Keys should be changed periodically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Limits damage if a key is compromised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Rotation policies depend on risk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Revocation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Compromised keys must be revoked immediately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Certificate Revocation Lists (CRLs) support revocation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Online Certificate Status Protocol (OCSP) provides real-time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Destruction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Expired keys must be securely destroyed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Prevents future misuse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Applies to both software and hardware keys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Key Management Systems (KMS)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Automate key lifecycle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Reduce human error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Used in enterprise and cloud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Cloud Key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Cloud providers offer managed KMS services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Shared responsibility model applies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Access control and auditing are essential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Common Key Management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Key theft and leakage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Insider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Poor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Best Practices in Key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Use strong key generation methods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Apply least privilege principles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Regularly audit key usage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Activity – Key Management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Analyse a key management failure case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Identify lifecycle stage where failure occurred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Propose mitigation strategies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Understand cryptographic key management principles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Explain key lifecycle stages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Identify best practices and risks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66"/>
                </a:solidFill>
              </a:defRPr>
            </a:pPr>
            <a:r>
              <a:t>Preparation for Next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Next topic: Cryptographic Systems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Review key management concepts on NILE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Complete recommended reading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Cryptographic Key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Rotation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Revocation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743200"/>
            <a:ext cx="1280160" cy="1005840"/>
          </a:xfrm>
          <a:prstGeom prst="roundRect">
            <a:avLst/>
          </a:prstGeom>
          <a:solidFill>
            <a:srgbClr val="C8E6E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Destruction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